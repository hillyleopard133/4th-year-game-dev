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0" d="100"/>
          <a:sy n="120" d="100"/>
        </p:scale>
        <p:origin x="2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807F3-B250-42E3-ABD9-F8A4AC77B5DD}" type="datetimeFigureOut">
              <a:rPr lang="en-IE" smtClean="0"/>
              <a:t>15/05/2026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F2256-EAE9-4581-B0A9-93F8D72AE21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2720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8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95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7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9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8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2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4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2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7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803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76151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754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46080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838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12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3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6A427D-1D92-BA81-AE89-9F50207342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091" t="909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5F0CD5C-72F3-4090-8A69-8E15CB43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7496A2-9394-4FB7-BA0E-717D2D2E7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3800" y="0"/>
            <a:ext cx="7315200" cy="6858000"/>
          </a:xfrm>
          <a:prstGeom prst="parallelogram">
            <a:avLst>
              <a:gd name="adj" fmla="val 15925"/>
            </a:avLst>
          </a:prstGeom>
          <a:solidFill>
            <a:schemeClr val="bg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2CF681-4765-4E88-802F-B2474DCD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57B2BA-243C-45C7-A5D8-46CA7194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67374FB5-CBB7-46FF-95B5-2251BC685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34BCEAB7-D9E0-40A4-9254-8593BD3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567A354-BB63-405C-8E5F-2F510E67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17F2D-9643-309D-9CCE-5D4FC7417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1450" y="1678665"/>
            <a:ext cx="4482553" cy="236913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dirty="0"/>
              <a:t>Advanced 3D Game Development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55CFF-3CEA-00E6-9DF5-CBC5FA70B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276" y="4050832"/>
            <a:ext cx="4485725" cy="10968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/>
              <a:t>Brona Keevers-Roux</a:t>
            </a:r>
          </a:p>
          <a:p>
            <a:pPr>
              <a:lnSpc>
                <a:spcPct val="90000"/>
              </a:lnSpc>
            </a:pPr>
            <a:r>
              <a:rPr lang="en-IE"/>
              <a:t>20098883</a:t>
            </a:r>
          </a:p>
          <a:p>
            <a:pPr>
              <a:lnSpc>
                <a:spcPct val="90000"/>
              </a:lnSpc>
            </a:pPr>
            <a:r>
              <a:rPr lang="en-IE"/>
              <a:t>CA3 – Networked 3D Game</a:t>
            </a: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9185A8D7-2F20-4F7A-97BE-21DB1654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CB65BD56-22B3-4E13-BFCA-B8E8BEB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90ED68-BCA0-4247-A72F-1CB85DF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DD0F2B3F-DC55-4FA7-B667-1ACD0792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92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C010-33FA-CAC1-1143-71CD3E61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Networking Models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E670E-28DD-79A0-AC5E-C4EF15358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2770" y="2203704"/>
            <a:ext cx="3196208" cy="3739896"/>
          </a:xfrm>
        </p:spPr>
        <p:txBody>
          <a:bodyPr/>
          <a:lstStyle/>
          <a:p>
            <a:pPr marL="0" indent="0" algn="ctr">
              <a:buNone/>
            </a:pPr>
            <a:r>
              <a:rPr lang="en-IE" sz="2400" b="1" dirty="0"/>
              <a:t>Peer to peer</a:t>
            </a:r>
          </a:p>
          <a:p>
            <a:pPr marL="0" indent="0" algn="ctr">
              <a:buNone/>
            </a:pPr>
            <a:endParaRPr lang="en-IE" b="1" dirty="0"/>
          </a:p>
          <a:p>
            <a:r>
              <a:rPr lang="en-IE" dirty="0"/>
              <a:t>Low infrastructure cost</a:t>
            </a:r>
          </a:p>
          <a:p>
            <a:r>
              <a:rPr lang="en-IE" dirty="0"/>
              <a:t>Host advantage</a:t>
            </a:r>
          </a:p>
          <a:p>
            <a:r>
              <a:rPr lang="en-IE" dirty="0"/>
              <a:t>Security issues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113055-C4B3-5092-AF30-A816D12B5E2B}"/>
              </a:ext>
            </a:extLst>
          </p:cNvPr>
          <p:cNvSpPr txBox="1">
            <a:spLocks/>
          </p:cNvSpPr>
          <p:nvPr/>
        </p:nvSpPr>
        <p:spPr>
          <a:xfrm>
            <a:off x="926562" y="2203704"/>
            <a:ext cx="3196208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E" sz="2400" b="1" dirty="0"/>
              <a:t>Client – Server</a:t>
            </a:r>
          </a:p>
          <a:p>
            <a:pPr marL="0" indent="0" algn="ctr">
              <a:buFont typeface="Wingdings 3" charset="2"/>
              <a:buNone/>
            </a:pPr>
            <a:endParaRPr lang="en-IE" b="1" dirty="0"/>
          </a:p>
          <a:p>
            <a:r>
              <a:rPr lang="en-IE" dirty="0"/>
              <a:t>Central authority</a:t>
            </a:r>
          </a:p>
          <a:p>
            <a:r>
              <a:rPr lang="en-IE" dirty="0"/>
              <a:t>Stable + secure</a:t>
            </a:r>
          </a:p>
          <a:p>
            <a:r>
              <a:rPr lang="en-IE" dirty="0"/>
              <a:t>Higher server cost</a:t>
            </a:r>
          </a:p>
          <a:p>
            <a:endParaRPr lang="en-I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D4748B-B86C-38DD-AC6A-4670C7B24CD1}"/>
              </a:ext>
            </a:extLst>
          </p:cNvPr>
          <p:cNvSpPr txBox="1">
            <a:spLocks/>
          </p:cNvSpPr>
          <p:nvPr/>
        </p:nvSpPr>
        <p:spPr>
          <a:xfrm>
            <a:off x="7511529" y="2203704"/>
            <a:ext cx="3196208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IE" sz="2400" b="1" dirty="0"/>
              <a:t>Hybrid</a:t>
            </a:r>
          </a:p>
          <a:p>
            <a:pPr marL="0" indent="0" algn="ctr">
              <a:buFont typeface="Wingdings 3" charset="2"/>
              <a:buNone/>
            </a:pPr>
            <a:endParaRPr lang="en-IE" b="1" dirty="0"/>
          </a:p>
          <a:p>
            <a:r>
              <a:rPr lang="en-IE" dirty="0"/>
              <a:t>Shared simulation</a:t>
            </a:r>
          </a:p>
          <a:p>
            <a:r>
              <a:rPr lang="en-IE" dirty="0"/>
              <a:t>Flexible authority</a:t>
            </a:r>
          </a:p>
          <a:p>
            <a:r>
              <a:rPr lang="en-IE" dirty="0"/>
              <a:t>Common in modern middleware</a:t>
            </a:r>
          </a:p>
        </p:txBody>
      </p:sp>
    </p:spTree>
    <p:extLst>
      <p:ext uri="{BB962C8B-B14F-4D97-AF65-F5344CB8AC3E}">
        <p14:creationId xmlns:p14="http://schemas.microsoft.com/office/powerpoint/2010/main" val="3355610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3B50D-B1C0-046A-4FE0-578EB162D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BEC8-5776-7F43-7B91-8D077A23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My Fusion </a:t>
            </a:r>
            <a:r>
              <a:rPr lang="en-US" dirty="0"/>
              <a:t>I</a:t>
            </a:r>
            <a:r>
              <a:rPr lang="en-US" sz="3600" dirty="0"/>
              <a:t>mplementation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1ABB71-DCF3-646F-B265-479D37589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30" b="-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DD3628-6F2C-9BC9-58FB-A52D2929560E}"/>
              </a:ext>
            </a:extLst>
          </p:cNvPr>
          <p:cNvSpPr txBox="1"/>
          <p:nvPr/>
        </p:nvSpPr>
        <p:spPr>
          <a:xfrm>
            <a:off x="704088" y="2387600"/>
            <a:ext cx="3799763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 b="1" dirty="0"/>
              <a:t>Fusion Shared Mode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 err="1"/>
              <a:t>InputAuthority</a:t>
            </a:r>
            <a:r>
              <a:rPr lang="en-US" sz="1500" dirty="0"/>
              <a:t> per player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Distributed </a:t>
            </a:r>
            <a:r>
              <a:rPr lang="en-US" sz="1500" dirty="0" err="1"/>
              <a:t>StateAuthority</a:t>
            </a:r>
            <a:endParaRPr lang="en-US" sz="1500" dirty="0"/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Session-based replication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600" b="1" dirty="0"/>
              <a:t>Implemented Features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Session join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Network spawning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Player ownership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Authentication flow</a:t>
            </a:r>
          </a:p>
        </p:txBody>
      </p:sp>
    </p:spTree>
    <p:extLst>
      <p:ext uri="{BB962C8B-B14F-4D97-AF65-F5344CB8AC3E}">
        <p14:creationId xmlns:p14="http://schemas.microsoft.com/office/powerpoint/2010/main" val="205801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B0F1-FAE7-66A2-BAAA-33D46450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Authority Models (Fusion vs unreal)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30801-4633-C6FC-A08A-3CA70386E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455" y="2519429"/>
            <a:ext cx="2145306" cy="3424171"/>
          </a:xfrm>
        </p:spPr>
        <p:txBody>
          <a:bodyPr/>
          <a:lstStyle/>
          <a:p>
            <a:pPr marL="0" indent="0" algn="ctr">
              <a:buNone/>
            </a:pPr>
            <a:r>
              <a:rPr lang="en-IE" sz="2400" b="1" dirty="0"/>
              <a:t>Fusion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 err="1"/>
              <a:t>InputAuthority</a:t>
            </a:r>
            <a:endParaRPr lang="en-IE" dirty="0"/>
          </a:p>
          <a:p>
            <a:r>
              <a:rPr lang="en-IE" dirty="0" err="1"/>
              <a:t>StateAuthority</a:t>
            </a:r>
            <a:endParaRPr lang="en-IE" dirty="0"/>
          </a:p>
          <a:p>
            <a:r>
              <a:rPr lang="en-IE" dirty="0"/>
              <a:t>Shared Mode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F06C16-AD8F-22F6-F26E-7B3CEE3FE67E}"/>
              </a:ext>
            </a:extLst>
          </p:cNvPr>
          <p:cNvSpPr txBox="1">
            <a:spLocks/>
          </p:cNvSpPr>
          <p:nvPr/>
        </p:nvSpPr>
        <p:spPr>
          <a:xfrm>
            <a:off x="6096000" y="2203704"/>
            <a:ext cx="53953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2A3E55-E7DF-849B-F69D-AB95DE8591AA}"/>
              </a:ext>
            </a:extLst>
          </p:cNvPr>
          <p:cNvSpPr txBox="1">
            <a:spLocks/>
          </p:cNvSpPr>
          <p:nvPr/>
        </p:nvSpPr>
        <p:spPr>
          <a:xfrm>
            <a:off x="5470700" y="2519429"/>
            <a:ext cx="2603791" cy="3424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IE" sz="2400" b="1" dirty="0"/>
              <a:t>Unreal Engine 5</a:t>
            </a:r>
          </a:p>
          <a:p>
            <a:pPr marL="0" indent="0">
              <a:buFont typeface="Wingdings 3" charset="2"/>
              <a:buNone/>
            </a:pPr>
            <a:endParaRPr lang="en-IE" dirty="0"/>
          </a:p>
          <a:p>
            <a:r>
              <a:rPr lang="en-IE" dirty="0"/>
              <a:t>Server</a:t>
            </a:r>
          </a:p>
          <a:p>
            <a:r>
              <a:rPr lang="en-IE" dirty="0"/>
              <a:t>Owning client</a:t>
            </a:r>
          </a:p>
          <a:p>
            <a:r>
              <a:rPr lang="en-IE" dirty="0"/>
              <a:t>Simulated proxy</a:t>
            </a:r>
          </a:p>
        </p:txBody>
      </p:sp>
    </p:spTree>
    <p:extLst>
      <p:ext uri="{BB962C8B-B14F-4D97-AF65-F5344CB8AC3E}">
        <p14:creationId xmlns:p14="http://schemas.microsoft.com/office/powerpoint/2010/main" val="1100484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3BFE-72E0-F033-B009-B6F17D29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/>
              <a:t>Replication and Synchronisation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0AB9C3-B583-00D4-4B5A-8DB82D825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33" b="3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A1C52C-D0E8-972D-7CA9-E4D38F792B66}"/>
              </a:ext>
            </a:extLst>
          </p:cNvPr>
          <p:cNvSpPr txBox="1"/>
          <p:nvPr/>
        </p:nvSpPr>
        <p:spPr>
          <a:xfrm>
            <a:off x="704088" y="2387600"/>
            <a:ext cx="3799763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 b="1" dirty="0"/>
              <a:t>Fusion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[Networked]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Tick-based replication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RPC support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>
              <a:spcAft>
                <a:spcPts val="600"/>
              </a:spcAft>
            </a:pPr>
            <a:r>
              <a:rPr lang="en-US" sz="1600" b="1" dirty="0"/>
              <a:t>Unreal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Replicated UPROPERTY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Server replication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Multicast RPCs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9949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D62E3-7B49-6018-E87B-61F00791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514C-E3FF-7B9D-C291-129D40175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Lag and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E780-F0CF-6868-F8C9-28CA3D4C3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553" y="2203704"/>
            <a:ext cx="2524017" cy="3598831"/>
          </a:xfrm>
        </p:spPr>
        <p:txBody>
          <a:bodyPr/>
          <a:lstStyle/>
          <a:p>
            <a:pPr marL="0" indent="0" algn="ctr">
              <a:buNone/>
            </a:pPr>
            <a:r>
              <a:rPr lang="en-IE" sz="2400" b="1" dirty="0"/>
              <a:t>Sources of lag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RTT</a:t>
            </a:r>
          </a:p>
          <a:p>
            <a:r>
              <a:rPr lang="en-IE" dirty="0"/>
              <a:t>Packet loss</a:t>
            </a:r>
          </a:p>
          <a:p>
            <a:r>
              <a:rPr lang="en-IE" dirty="0"/>
              <a:t>Jitter</a:t>
            </a:r>
          </a:p>
          <a:p>
            <a:r>
              <a:rPr lang="en-IE" dirty="0"/>
              <a:t>Tick delay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2D2F7A-CF3A-479B-42FF-A2199FE6F679}"/>
              </a:ext>
            </a:extLst>
          </p:cNvPr>
          <p:cNvSpPr txBox="1">
            <a:spLocks/>
          </p:cNvSpPr>
          <p:nvPr/>
        </p:nvSpPr>
        <p:spPr>
          <a:xfrm>
            <a:off x="6096000" y="2203704"/>
            <a:ext cx="53953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BC6EF6-CA93-849A-F4E1-D0CD1FAA4BE3}"/>
              </a:ext>
            </a:extLst>
          </p:cNvPr>
          <p:cNvSpPr txBox="1">
            <a:spLocks/>
          </p:cNvSpPr>
          <p:nvPr/>
        </p:nvSpPr>
        <p:spPr>
          <a:xfrm>
            <a:off x="5293347" y="2203704"/>
            <a:ext cx="2278708" cy="3598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IE" sz="2400" b="1" dirty="0"/>
              <a:t>Problems</a:t>
            </a:r>
          </a:p>
          <a:p>
            <a:pPr marL="0" indent="0">
              <a:buFont typeface="Wingdings 3" charset="2"/>
              <a:buNone/>
            </a:pPr>
            <a:endParaRPr lang="en-IE" dirty="0"/>
          </a:p>
          <a:p>
            <a:r>
              <a:rPr lang="en-IE" dirty="0"/>
              <a:t>Rubberbanding</a:t>
            </a:r>
          </a:p>
          <a:p>
            <a:r>
              <a:rPr lang="en-IE" dirty="0"/>
              <a:t>Input delay</a:t>
            </a:r>
          </a:p>
          <a:p>
            <a:r>
              <a:rPr lang="en-IE" dirty="0"/>
              <a:t>Desync</a:t>
            </a:r>
          </a:p>
        </p:txBody>
      </p:sp>
    </p:spTree>
    <p:extLst>
      <p:ext uri="{BB962C8B-B14F-4D97-AF65-F5344CB8AC3E}">
        <p14:creationId xmlns:p14="http://schemas.microsoft.com/office/powerpoint/2010/main" val="425383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F33C-2319-652E-8C99-D01D6C1D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Compensation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1DC1-4B77-F0F5-CBF3-BA3A9DB89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728" y="1930400"/>
            <a:ext cx="3912308" cy="1858689"/>
          </a:xfrm>
        </p:spPr>
        <p:txBody>
          <a:bodyPr/>
          <a:lstStyle/>
          <a:p>
            <a:pPr marL="0" indent="0" algn="ctr">
              <a:buNone/>
            </a:pPr>
            <a:r>
              <a:rPr lang="en-IE" sz="2400" b="1" dirty="0"/>
              <a:t>Client Prediction</a:t>
            </a:r>
          </a:p>
          <a:p>
            <a:pPr marL="0" indent="0" algn="ctr">
              <a:buNone/>
            </a:pPr>
            <a:endParaRPr lang="en-IE" b="1" dirty="0"/>
          </a:p>
          <a:p>
            <a:pPr marL="0" indent="0" algn="ctr">
              <a:buNone/>
            </a:pPr>
            <a:r>
              <a:rPr lang="en-IE" dirty="0"/>
              <a:t>Local immediate movement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F4F904-4DB9-E2F7-2404-10B49C85D17F}"/>
              </a:ext>
            </a:extLst>
          </p:cNvPr>
          <p:cNvSpPr txBox="1">
            <a:spLocks/>
          </p:cNvSpPr>
          <p:nvPr/>
        </p:nvSpPr>
        <p:spPr>
          <a:xfrm>
            <a:off x="5820088" y="1930399"/>
            <a:ext cx="3912308" cy="1858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400" b="1" dirty="0"/>
              <a:t>Server Reconciliation</a:t>
            </a:r>
          </a:p>
          <a:p>
            <a:pPr marL="0" indent="0" algn="ctr">
              <a:buNone/>
            </a:pPr>
            <a:endParaRPr lang="en-IE" dirty="0"/>
          </a:p>
          <a:p>
            <a:pPr marL="0" indent="0" algn="ctr">
              <a:buNone/>
            </a:pPr>
            <a:r>
              <a:rPr lang="en-IE" dirty="0"/>
              <a:t>Correcting incorrect prediction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128068-F01F-8FCC-7B11-05A0BA5C52F5}"/>
              </a:ext>
            </a:extLst>
          </p:cNvPr>
          <p:cNvSpPr txBox="1">
            <a:spLocks/>
          </p:cNvSpPr>
          <p:nvPr/>
        </p:nvSpPr>
        <p:spPr>
          <a:xfrm>
            <a:off x="1066785" y="4180544"/>
            <a:ext cx="3912308" cy="1858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E" sz="2400" b="1" dirty="0"/>
              <a:t>Interpolation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dirty="0"/>
              <a:t>Smoothing remote movement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F28073-4E48-05A7-8AC8-EC31527CBCCD}"/>
              </a:ext>
            </a:extLst>
          </p:cNvPr>
          <p:cNvSpPr txBox="1">
            <a:spLocks/>
          </p:cNvSpPr>
          <p:nvPr/>
        </p:nvSpPr>
        <p:spPr>
          <a:xfrm>
            <a:off x="5820088" y="4180543"/>
            <a:ext cx="3912308" cy="1858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E" sz="2400" b="1" dirty="0"/>
              <a:t>Extrapolation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dirty="0"/>
              <a:t>Guessing future state</a:t>
            </a:r>
          </a:p>
        </p:txBody>
      </p:sp>
    </p:spTree>
    <p:extLst>
      <p:ext uri="{BB962C8B-B14F-4D97-AF65-F5344CB8AC3E}">
        <p14:creationId xmlns:p14="http://schemas.microsoft.com/office/powerpoint/2010/main" val="336061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60CF-4FAB-5CB4-B551-6FFB612C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Authentication +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B0569-ACC1-019B-CE21-8E067E146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b="1" dirty="0"/>
              <a:t>Why authentication matters</a:t>
            </a:r>
          </a:p>
          <a:p>
            <a:r>
              <a:rPr lang="en-IE" dirty="0"/>
              <a:t>Prevent anonymous abuse</a:t>
            </a:r>
          </a:p>
          <a:p>
            <a:r>
              <a:rPr lang="en-IE" dirty="0"/>
              <a:t>Identify users</a:t>
            </a:r>
          </a:p>
          <a:p>
            <a:r>
              <a:rPr lang="en-IE" dirty="0"/>
              <a:t>Secure multiplayer services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b="1" dirty="0"/>
              <a:t>My implementation</a:t>
            </a:r>
          </a:p>
          <a:p>
            <a:r>
              <a:rPr lang="en-IE" dirty="0"/>
              <a:t>Unity Authentication</a:t>
            </a:r>
          </a:p>
          <a:p>
            <a:r>
              <a:rPr lang="en-IE" dirty="0"/>
              <a:t>Anonymous sign-in</a:t>
            </a:r>
          </a:p>
          <a:p>
            <a:r>
              <a:rPr lang="en-IE" dirty="0"/>
              <a:t>Fusion integration</a:t>
            </a:r>
          </a:p>
        </p:txBody>
      </p:sp>
    </p:spTree>
    <p:extLst>
      <p:ext uri="{BB962C8B-B14F-4D97-AF65-F5344CB8AC3E}">
        <p14:creationId xmlns:p14="http://schemas.microsoft.com/office/powerpoint/2010/main" val="379170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51C9-F2BD-D97D-14A3-05009611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Industrial Expectations and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32127-9BAD-4564-3A12-C3D40AED7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E" b="1" dirty="0"/>
              <a:t>Industry Expectations</a:t>
            </a:r>
          </a:p>
          <a:p>
            <a:r>
              <a:rPr lang="en-IE" dirty="0"/>
              <a:t>Authority understanding</a:t>
            </a:r>
          </a:p>
          <a:p>
            <a:r>
              <a:rPr lang="en-IE" dirty="0"/>
              <a:t>Replication systems</a:t>
            </a:r>
          </a:p>
          <a:p>
            <a:r>
              <a:rPr lang="en-IE" dirty="0"/>
              <a:t>Debugging skills</a:t>
            </a:r>
          </a:p>
          <a:p>
            <a:r>
              <a:rPr lang="en-IE" dirty="0"/>
              <a:t>Version control discipline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b="1" dirty="0"/>
              <a:t>Emerging Trends</a:t>
            </a:r>
          </a:p>
          <a:p>
            <a:r>
              <a:rPr lang="en-IE" dirty="0"/>
              <a:t>Cloud-hosted multiplayer</a:t>
            </a:r>
          </a:p>
          <a:p>
            <a:r>
              <a:rPr lang="en-IE" dirty="0"/>
              <a:t>Large-scale sessions</a:t>
            </a:r>
          </a:p>
          <a:p>
            <a:r>
              <a:rPr lang="en-IE" dirty="0"/>
              <a:t>Hybrid authority systems</a:t>
            </a:r>
          </a:p>
          <a:p>
            <a:r>
              <a:rPr lang="en-IE" dirty="0"/>
              <a:t>Deterministic networking</a:t>
            </a:r>
          </a:p>
        </p:txBody>
      </p:sp>
    </p:spTree>
    <p:extLst>
      <p:ext uri="{BB962C8B-B14F-4D97-AF65-F5344CB8AC3E}">
        <p14:creationId xmlns:p14="http://schemas.microsoft.com/office/powerpoint/2010/main" val="521965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3057-46E7-F184-43ED-7A731F19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1CAB3-D5D4-C7AF-0409-71B4725CF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b="1" dirty="0"/>
              <a:t>What went wrong</a:t>
            </a:r>
          </a:p>
          <a:p>
            <a:r>
              <a:rPr lang="en-IE" dirty="0"/>
              <a:t>Incorrect shared mode assumptions</a:t>
            </a:r>
          </a:p>
          <a:p>
            <a:r>
              <a:rPr lang="en-IE" dirty="0"/>
              <a:t>Callback ordering issues</a:t>
            </a:r>
          </a:p>
          <a:p>
            <a:r>
              <a:rPr lang="en-IE" dirty="0"/>
              <a:t>Session instability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b="1" dirty="0"/>
              <a:t>What I’d change</a:t>
            </a:r>
          </a:p>
          <a:p>
            <a:r>
              <a:rPr lang="en-IE" dirty="0"/>
              <a:t>Better modularity</a:t>
            </a:r>
          </a:p>
          <a:p>
            <a:r>
              <a:rPr lang="en-IE" dirty="0"/>
              <a:t>Earlier networked state design</a:t>
            </a:r>
          </a:p>
          <a:p>
            <a:r>
              <a:rPr lang="en-IE" dirty="0"/>
              <a:t>More structured debugging workflow</a:t>
            </a:r>
          </a:p>
        </p:txBody>
      </p:sp>
    </p:spTree>
    <p:extLst>
      <p:ext uri="{BB962C8B-B14F-4D97-AF65-F5344CB8AC3E}">
        <p14:creationId xmlns:p14="http://schemas.microsoft.com/office/powerpoint/2010/main" val="9362036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131</TotalTime>
  <Words>218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Trebuchet MS</vt:lpstr>
      <vt:lpstr>Wingdings 3</vt:lpstr>
      <vt:lpstr>Facet</vt:lpstr>
      <vt:lpstr>Advanced 3D Game Development</vt:lpstr>
      <vt:lpstr>Networking Models Overview</vt:lpstr>
      <vt:lpstr>My Fusion Implementation</vt:lpstr>
      <vt:lpstr>Authority Models (Fusion vs unreal)</vt:lpstr>
      <vt:lpstr>Replication and Synchronisation</vt:lpstr>
      <vt:lpstr>Lag and Latency</vt:lpstr>
      <vt:lpstr>Compensation Techniques</vt:lpstr>
      <vt:lpstr>Authentication + Access Control</vt:lpstr>
      <vt:lpstr>Industrial Expectations and Trends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(20098883) Brona Keevers</dc:creator>
  <cp:lastModifiedBy>(20098883) Brona Keevers</cp:lastModifiedBy>
  <cp:revision>2</cp:revision>
  <dcterms:created xsi:type="dcterms:W3CDTF">2026-05-15T03:27:38Z</dcterms:created>
  <dcterms:modified xsi:type="dcterms:W3CDTF">2026-05-15T05:39:03Z</dcterms:modified>
</cp:coreProperties>
</file>