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4" r:id="rId7"/>
    <p:sldId id="263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2628E-4949-E8C6-0580-42B168279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D4B14-0A8E-4B24-924C-087E8B93C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BCD2B-539E-5EB1-94A9-0F629EB5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6480C-1559-1F88-086E-F44B2058B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C95BB-C652-D4F4-C2C4-AA460233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7552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BB71-A837-1B58-5DDC-F3CA6AF1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5C9BA-5C26-7DAA-FC17-A29650A29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9E016-09A8-37E2-E9CE-4507E91F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85B93-19E1-63BA-30E1-3740EE5F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8E373-F9F2-9C1E-A80D-E5B301EB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7600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53A0-C1E0-B028-D6CD-22096774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3AEEA-795F-F23B-F83C-198C2B858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06F1E-37F1-BAAE-41FB-589E962F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182FD-0873-0C65-06C8-982C9CDC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A1ABD-E0D1-8FE5-E2C4-94CE3A34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3926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5216-AD8D-7ADD-3630-509785E8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C5B06-38F5-82DE-97D6-27F7F9A50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D6C61-2E49-A36E-1C1E-90D788B66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F4227-2F86-EBDB-E81D-552F66A1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52E53-23A0-CBCC-9E30-19A42E53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94698-BFDE-9C36-E207-3011A165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012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D3FE7-A31A-2C09-F397-F36CE9E55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4C442-073A-68E3-8A20-E09F2BDFD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52EB9-D0DF-92A0-4B77-C158119DB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C3591-E85E-3328-431E-0FFF868B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E3440F-EBA9-80D4-C612-521FD8BCC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ED844-D5CD-2FB6-B852-5D705F63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6EBE02-40D5-876A-3E59-244DA04F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95C61-FE0F-51CF-BEDA-B19E1531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409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E3C9-0954-0493-E6D6-0D7A079A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0B64B-9E7C-BF00-F702-2ADDD7E2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5C0E7-E0E2-F3AD-82B0-C549C76A2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81DDA-CD25-5B37-19B8-FC8A6BD4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115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13155-3038-BA92-5003-7A1C08D3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C2C725-5222-DDFA-D495-79089A3B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074BD-4D12-0ADD-9180-35377D26E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553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8F22-B06A-F628-D6A3-75F7D8D68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BB64-5D90-B4A1-2902-495DD2804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F981C-007C-795D-549F-9F815D258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ADBB5-BED3-39EB-7687-B73BD5535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1F9B0-6E89-F896-D9C0-31FBC7DFF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EA7CC-7EA2-6677-25C2-3011FF57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5740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CB0F1-FB6E-52C2-23DF-4086C48B8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B5BCE-7AAC-A1B8-2C89-6828F8EBC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A62DC-DCC6-97E4-5C76-0BC714E75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2E19B-9155-FF64-B52B-4B86FC1F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B1956-BFE1-1109-6913-A36DEE79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104DA-BDB9-B95E-2E6F-B2BDD534A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280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D0C1F-8C6D-2D19-E3A6-BAB53159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91C7C-FB5F-5C97-0EE4-123B3C196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4A279-79C9-5629-06D7-1C2D196F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62C1F-CC8C-0818-A239-4F175647A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ED3F1-A937-E034-7757-B55C5640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959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B73D4-4675-A542-A5C1-06F16D642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8CDA0-0E46-DCB6-A853-723EEFAB0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C69D-BE45-D973-FEC1-9882A549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FA569-8698-E9FF-3B81-0828D564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E303D-5B10-DFF1-79BC-BA81ECCA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556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F5B17E-803A-ED1C-1C08-E2F397FA2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66D59-3A76-4243-C304-283957778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53F89-9BAB-35EE-4EF8-F22ECC0D8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75C38-A5BC-4D47-BD8F-89B3EBC6D303}" type="datetimeFigureOut">
              <a:rPr lang="en-IE" smtClean="0"/>
              <a:t>14/05/2026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F4E43-9A4E-69F8-11A8-DD2BC87B9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1D528-F784-F565-D625-E37543192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0F487-521C-4F9D-9211-108C957A7D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7392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2F9A65-B3C8-EEBC-A6F8-91B33B497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for games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BD2B5-C4E6-182B-F9EF-0491363C7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Brona Keevers-Roux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20098883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CA3 - Integrated AI Project + Evaluation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76759A6-25E1-C316-3536-3D63A78240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30493" y="1347516"/>
            <a:ext cx="4223252" cy="4223252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434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2A527-581E-875C-10D8-5E65CC1C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IE" sz="3600"/>
              <a:t>AI System Overview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CBC6C90-6D0C-AE41-BD2D-17D32A53D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9" y="2524721"/>
            <a:ext cx="4991629" cy="36771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Behaviour Tree controls decision making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Blackboard stores distance to player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Conditional distance checks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A* pathfinding for movement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FSM-style scripts execute actions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95C3C-4730-C095-C0DB-70601599EB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2" r="19218"/>
          <a:stretch>
            <a:fillRect/>
          </a:stretch>
        </p:blipFill>
        <p:spPr>
          <a:xfrm>
            <a:off x="6930493" y="1412175"/>
            <a:ext cx="4223252" cy="4093934"/>
          </a:xfrm>
          <a:prstGeom prst="rect">
            <a:avLst/>
          </a:prstGeom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46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9E4C27-F888-691F-7D8D-15190E13B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E" sz="4800" dirty="0"/>
              <a:t>Unity AI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E1F9-CDCC-180C-1AB4-B962F3574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NavMesh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navigation syste</a:t>
            </a:r>
            <a:r>
              <a:rPr lang="en-US" altLang="en-US" sz="2400" dirty="0">
                <a:latin typeface="Arial" panose="020B0604020202020204" pitchFamily="34" charset="0"/>
              </a:rPr>
              <a:t>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Behaviour graph / custom logic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Blackboard manually implemented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Flexible but low level system</a:t>
            </a:r>
          </a:p>
          <a:p>
            <a:endParaRPr lang="en-I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29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48BFD-A4F0-F4CF-8791-98A102F9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AA1F39-6E95-4E54-C6A1-3F84D1BE8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3CB5AF-F960-76AD-5591-5B68A4DB0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11F451-B638-9884-7740-1698D3E0D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AF87E4-703F-20D8-8460-3A1F46DAC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3573C7-88B4-EB45-551C-C9CA88299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DA23EA1-56C3-805F-0D66-3C6129F8C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4B814-6120-3350-5E1F-1EB897CEE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E" sz="4800" dirty="0"/>
              <a:t>Unreal AI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FC78C-0259-7525-D04A-A44D8AC99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in behaviour trees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Native blackboard system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AI perception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More structured AI pipeline</a:t>
            </a:r>
          </a:p>
          <a:p>
            <a:endParaRPr lang="en-I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DC2415-7DF5-3511-B2EC-AB4B554F8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66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454AB-6BCB-9CEE-6634-57C6368D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643E62-4D7A-F904-6A08-815C95434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2FBE54-583F-E341-F367-269CFC529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0C4C32-F007-2404-CCC5-E7E63AF0C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D4DDFFD-C5EB-01D0-DCCD-159D78615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E554AB-81C3-FC3C-1E2E-60C3AFB5E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359736F-A0BD-4CE1-EF25-EEC360843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09B2A-7EAC-B4CF-8115-E91A9F254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E" sz="4800" dirty="0"/>
              <a:t>Unity vs Unreal Differences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838807-C302-CC98-E993-62400ECF4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A17C05-8DF9-5CEB-036A-85B0193CCC7B}"/>
              </a:ext>
            </a:extLst>
          </p:cNvPr>
          <p:cNvSpPr txBox="1">
            <a:spLocks/>
          </p:cNvSpPr>
          <p:nvPr/>
        </p:nvSpPr>
        <p:spPr>
          <a:xfrm>
            <a:off x="1754686" y="2703916"/>
            <a:ext cx="4260303" cy="37161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Unity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Modular, code driven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Manual setup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Gives control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E9CB57-31F7-3D5F-EE67-55C5717F6467}"/>
              </a:ext>
            </a:extLst>
          </p:cNvPr>
          <p:cNvSpPr txBox="1">
            <a:spLocks/>
          </p:cNvSpPr>
          <p:nvPr/>
        </p:nvSpPr>
        <p:spPr>
          <a:xfrm>
            <a:off x="6726044" y="2638634"/>
            <a:ext cx="4260303" cy="37161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Unreal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Integrated AI framework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Editor driven workflow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Gives structure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299981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36917-8E21-9E94-7840-FC479488A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C8862-E77C-48CC-E072-5C9FA62A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IE" sz="3600" dirty="0"/>
              <a:t>My AI Flow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216F4A2-0ACC-A184-425F-37D6F831F3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9" y="2524721"/>
            <a:ext cx="4991629" cy="36771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Player distance calculated each frame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Stored in blackboard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Behaviour tree checks thresholds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Actions executed by scripts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3800AD-7122-8ECC-6E19-E5F7564D44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67" b="71754"/>
          <a:stretch>
            <a:fillRect/>
          </a:stretch>
        </p:blipFill>
        <p:spPr>
          <a:xfrm>
            <a:off x="6930493" y="1454686"/>
            <a:ext cx="4223252" cy="4008911"/>
          </a:xfrm>
          <a:prstGeom prst="rect">
            <a:avLst/>
          </a:prstGeom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0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AE256-A209-931D-ECB8-7A8D46EA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228C81-59D6-A1E7-7D92-04B4F2B75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IE" sz="3600"/>
              <a:t>Behaviour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4911A-9720-FD01-C0CF-6E9CC26C1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Wander: Random movement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Chase: A Star pathfinding to player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 Attack: Timer based damage system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IE" sz="18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59BEC-E886-ACF6-DBC3-4745C966BE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86" r="22922"/>
          <a:stretch>
            <a:fillRect/>
          </a:stretch>
        </p:blipFill>
        <p:spPr>
          <a:xfrm>
            <a:off x="7143597" y="901032"/>
            <a:ext cx="3797043" cy="511622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812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26D67-40CB-CD8B-6838-DDAAE3C2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DB573-1B42-C06F-0F54-8718B5E1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E" sz="4800" dirty="0"/>
              <a:t>Performance Summary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15680-02B6-A081-E298-76624B3BD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Chase: Highest cost (A* recalculations)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Attack: Small spikes (timers + checks)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</a:rPr>
              <a:t> Wander: Lowest cost (infrequent updates)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IE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2FEF9-FA6A-9FB2-5A1E-43064C3F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06164"/>
            <a:ext cx="5150277" cy="327042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56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3C4C1-BD39-93B6-CB55-44499FA1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A1F632-6B89-D690-47E7-B58A7FA1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53B37C-700E-4348-E522-01CC53578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023C62-AF7C-DC63-ABEB-3A44D19B3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AA7EA7-C979-E72E-C3FA-7805CF200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805D4B-5861-4A97-D7D7-1EE0CFDEFB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93EF2E1-3145-FFBB-63A6-41BF32A4E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A5597-8695-A596-30E1-1E6C53A2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E" sz="4800" dirty="0"/>
              <a:t>Optimisation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420E-EBA4-CF97-6A37-F9610EAA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Pathfinding cooldown system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 spreading for A Star pathfinding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Distance threshold for recalculation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723273-9FC6-5D20-EA6F-32C1FA567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441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D2D59-E427-0499-3E15-D98DB387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880E13-6C13-8920-48BE-AB91A8A23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EEF9EF-A59A-C954-2608-4DB79C7CD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C456CE-9B12-8787-9FEE-3366BE6F4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C4B9E9-CC9A-79FC-8632-9580FDD3FE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001420-B210-170A-7A5C-EE0E7E903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A1480EC-4B1C-74AE-9668-C9F061E17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C4B61-A48E-79E5-C343-E9D7C45D7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E" sz="4800" dirty="0"/>
              <a:t>Serious Games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96886-1358-7D82-599E-2573AC8C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in training simulations (Army, pilot)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Behaviour must be predictable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AI must be consistent across runs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Often uses behaviour trees for clarity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049D96-8A1C-067C-2DEC-53D31B8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25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6032A-78F2-42BD-F0F9-83DCA0F6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B12C36-F92D-EF54-C52F-543E0A901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6100A2-D24A-1184-F732-ECBB37493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3BD1DF-E965-A881-4DC2-BDDDA64DB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B41FDE-8E33-7483-246D-BDA0C9078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36C979-F725-F920-FC47-128257524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9AD10D6-C28E-D4F4-D277-A65E56D44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2036A-F2E1-2A0C-56AF-99E6B3D2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E" sz="4800" dirty="0"/>
              <a:t>Key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C2DD7-5764-336D-A75E-BA166A2A5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Determinism over randomness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Behaviour must be explainable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Repeatable scenarios for evaluation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Less focus on fun, more on reliability</a:t>
            </a:r>
            <a:endParaRPr lang="en-I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97F191-9B28-325C-2C8D-68BDAFAB4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089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8CBE9-3CDA-3865-393B-BA9DDEC7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390940-806B-6979-AE8F-29F0169C4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0FF097-23FF-052B-701A-773A4AB94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E8D111-8052-DF27-1EE9-37795ED47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00C1DDC-4919-FFCB-7DCB-9F3C1C743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F5901D-3583-E99A-DB15-FE4CE6BA2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5A3F496-903A-4E15-0D21-C9751F9D1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F4705-F5CD-905B-E5B0-FFE62D207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E" sz="4800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99AA-6A70-822E-A448-1013A2A05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interaction is critical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Small thresholds affect behaviour a lot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BT + FSM needs careful tuning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Future: Better perception system (alertness)</a:t>
            </a:r>
            <a:endParaRPr lang="en-I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FCEE23D-0A8C-D6F1-6635-E958AEE69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64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294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AI for games</vt:lpstr>
      <vt:lpstr>AI System Overview</vt:lpstr>
      <vt:lpstr>Unity AI System</vt:lpstr>
      <vt:lpstr>Unreal AI System</vt:lpstr>
      <vt:lpstr>Unity vs Unreal Differences</vt:lpstr>
      <vt:lpstr>My AI Flow</vt:lpstr>
      <vt:lpstr>Behaviour States</vt:lpstr>
      <vt:lpstr>Performance Summary</vt:lpstr>
      <vt:lpstr>Optimisation</vt:lpstr>
      <vt:lpstr>Serious Games AI</vt:lpstr>
      <vt:lpstr>Key Constraints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(20098883) Brona Keevers</dc:creator>
  <cp:lastModifiedBy>(20098883) Brona Keevers</cp:lastModifiedBy>
  <cp:revision>1</cp:revision>
  <dcterms:created xsi:type="dcterms:W3CDTF">2026-05-14T12:04:20Z</dcterms:created>
  <dcterms:modified xsi:type="dcterms:W3CDTF">2026-05-14T15:23:40Z</dcterms:modified>
</cp:coreProperties>
</file>